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ame 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14400" cy="783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7498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AAAA"/>
                </a:solidFill>
                <a:latin typeface="Aptos"/>
              </a:rPr>
              <a:t>KHETAN DIGITAL BUSINESS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96012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One Admin Panel.
Every Digital Touchpoint.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06324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DCDCD"/>
                </a:solidFill>
                <a:latin typeface="Aptos"/>
              </a:rPr>
              <a:t>Visitors • Leads • WhatsApp • Email • Website • Blog • Social Media • Media Gallery • Maps • Analytics • Chatbot • QR Forms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4754880"/>
            <a:ext cx="4846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47488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808"/>
                </a:solidFill>
                <a:latin typeface="Aptos"/>
              </a:rPr>
              <a:t>CONNECTED • AUTOMATED • MEASURABLE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6969"/>
                </a:solidFill>
                <a:latin typeface="Aptos"/>
              </a:rPr>
              <a:t>YOUR CONTROL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80808"/>
                </a:solidFill>
                <a:latin typeface="Aptos"/>
              </a:rPr>
              <a:t>Aapka ek simple Admin Panel hoga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Yahin se aap visitors, leads, emails, enquiries, content aur digital activity ko ek jagah dekh sakenge.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731520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148840"/>
            <a:ext cx="1609344" cy="37947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33172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KHETAN
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108960"/>
            <a:ext cx="13167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547872"/>
            <a:ext cx="13167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Visitors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986784"/>
            <a:ext cx="13167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425696"/>
            <a:ext cx="13167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864608"/>
            <a:ext cx="13167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303520"/>
            <a:ext cx="13167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468880"/>
            <a:ext cx="1389888" cy="68580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578608"/>
            <a:ext cx="11704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6969"/>
                </a:solidFill>
                <a:latin typeface="Aptos"/>
              </a:rPr>
              <a:t>Visitors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779776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ptos"/>
              </a:rPr>
              <a:t>1,248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468880"/>
            <a:ext cx="1389888" cy="68580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2578608"/>
            <a:ext cx="11704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6969"/>
                </a:solidFill>
                <a:latin typeface="Aptos"/>
              </a:rPr>
              <a:t>Leads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779776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ptos"/>
              </a:rPr>
              <a:t>86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468880"/>
            <a:ext cx="1389888" cy="68580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578608"/>
            <a:ext cx="11704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6969"/>
                </a:solidFill>
                <a:latin typeface="Aptos"/>
              </a:rPr>
              <a:t>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779776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ptos"/>
              </a:rPr>
              <a:t>312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338328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80808"/>
                </a:solidFill>
                <a:latin typeface="Aptos"/>
              </a:rPr>
              <a:t>Lead &amp; Visitor Activity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706624" y="4845405"/>
            <a:ext cx="621792" cy="240945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28416" y="4845405"/>
            <a:ext cx="621792" cy="113386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950208" y="4618634"/>
            <a:ext cx="621792" cy="340157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4618634"/>
            <a:ext cx="621792" cy="141732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193792" y="4420209"/>
            <a:ext cx="621792" cy="340157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15584" y="4420209"/>
            <a:ext cx="621792" cy="141732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98464" y="3319272"/>
            <a:ext cx="1682496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3502152"/>
            <a:ext cx="13167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80808"/>
                </a:solidFill>
                <a:latin typeface="Aptos"/>
              </a:rPr>
              <a:t>Recent Leads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67912"/>
            <a:ext cx="12435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80808"/>
                </a:solidFill>
                <a:latin typeface="Aptos"/>
              </a:rPr>
              <a:t>Architect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050791"/>
            <a:ext cx="124358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" b="0">
                <a:solidFill>
                  <a:srgbClr val="696969"/>
                </a:solidFill>
                <a:latin typeface="Aptos"/>
              </a:rPr>
              <a:t>WhatsApp updated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306824"/>
            <a:ext cx="12435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80808"/>
                </a:solidFill>
                <a:latin typeface="Aptos"/>
              </a:rPr>
              <a:t>Dealer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4489704"/>
            <a:ext cx="124358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" b="0">
                <a:solidFill>
                  <a:srgbClr val="696969"/>
                </a:solidFill>
                <a:latin typeface="Aptos"/>
              </a:rPr>
              <a:t>WhatsApp updated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745736"/>
            <a:ext cx="12435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80808"/>
                </a:solidFill>
                <a:latin typeface="Aptos"/>
              </a:rPr>
              <a:t>Builder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4928616"/>
            <a:ext cx="124358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" b="0">
                <a:solidFill>
                  <a:srgbClr val="696969"/>
                </a:solidFill>
                <a:latin typeface="Aptos"/>
              </a:rPr>
              <a:t>WhatsApp updated</a:t>
            </a:r>
          </a:p>
        </p:txBody>
      </p:sp>
      <p:sp>
        <p:nvSpPr>
          <p:cNvPr id="39" name="Oval 38"/>
          <p:cNvSpPr/>
          <p:nvPr/>
        </p:nvSpPr>
        <p:spPr>
          <a:xfrm>
            <a:off x="8366760" y="2331720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2478024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35000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0808"/>
                </a:solidFill>
                <a:latin typeface="Aptos"/>
              </a:rPr>
              <a:t>Visitors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624327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Website par kitne log aaye</a:t>
            </a:r>
          </a:p>
        </p:txBody>
      </p:sp>
      <p:sp>
        <p:nvSpPr>
          <p:cNvPr id="43" name="Oval 42"/>
          <p:cNvSpPr/>
          <p:nvPr/>
        </p:nvSpPr>
        <p:spPr>
          <a:xfrm>
            <a:off x="8366760" y="3154679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300984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7296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0808"/>
                </a:solidFill>
                <a:latin typeface="Aptos"/>
              </a:rPr>
              <a:t>Leads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447287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Form / QR / enquiry data</a:t>
            </a:r>
          </a:p>
        </p:txBody>
      </p:sp>
      <p:sp>
        <p:nvSpPr>
          <p:cNvPr id="47" name="Oval 46"/>
          <p:cNvSpPr/>
          <p:nvPr/>
        </p:nvSpPr>
        <p:spPr>
          <a:xfrm>
            <a:off x="8366760" y="3977639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4123944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995927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0808"/>
                </a:solidFill>
                <a:latin typeface="Aptos"/>
              </a:rPr>
              <a:t>Emails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270248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Outreach &amp; response visibility</a:t>
            </a:r>
          </a:p>
        </p:txBody>
      </p:sp>
      <p:sp>
        <p:nvSpPr>
          <p:cNvPr id="51" name="Oval 50"/>
          <p:cNvSpPr/>
          <p:nvPr/>
        </p:nvSpPr>
        <p:spPr>
          <a:xfrm>
            <a:off x="8366760" y="4800600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60" y="4946904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81888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0808"/>
                </a:solidFill>
                <a:latin typeface="Aptos"/>
              </a:rPr>
              <a:t>Analytics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093208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Traffic aur activity insights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AAAA"/>
                </a:solidFill>
                <a:latin typeface="Aptos"/>
              </a:rPr>
              <a:t>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QR scan se dashboard aur WhatsApp tak — connected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Aptos"/>
              </a:rPr>
              <a:t>Example: exhibition, catalogue, visiting card, product display ya sales material par QR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1691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2724912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871216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0215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QR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9718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69696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514600"/>
            <a:ext cx="1691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2724912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2871216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50215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Form Fill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718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6969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514600"/>
            <a:ext cx="1691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24144" y="2724912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144" y="2871216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50215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9718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6969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514600"/>
            <a:ext cx="1691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0144" y="2724912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2871216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50215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WhatsApp Greeting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9718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69696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2514600"/>
            <a:ext cx="1691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96144" y="2724912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6144" y="2871216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50215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Sales Follow-up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70916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Customer QR scan karega → form submit karega → data Admin Dashboard mein reflect hoga → approved WhatsApp greeting/update workflow trigger ho sakta hai.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2356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FAFAF"/>
                </a:solidFill>
                <a:latin typeface="Aptos"/>
              </a:rPr>
              <a:t>WhatsApp automation requires approved WhatsApp Business capabilities/templates and applicable consent.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6969"/>
                </a:solidFill>
                <a:latin typeface="Aptos"/>
              </a:rPr>
              <a:t>WHATSAPP BUSINESS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80808"/>
                </a:solidFill>
                <a:latin typeface="Aptos"/>
              </a:rPr>
              <a:t>Client ko timely updates aur greetings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Website / QR / enquiry workflow ke saath WhatsApp touchpoints connect kiye ja sakte 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2926080" cy="3611880"/>
          </a:xfrm>
          <a:prstGeom prst="round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423160"/>
            <a:ext cx="25603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ptos"/>
              </a:rPr>
              <a:t>Khetan Ajeya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246120"/>
            <a:ext cx="1874519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429000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80808"/>
                </a:solidFill>
                <a:latin typeface="Aptos"/>
              </a:rPr>
              <a:t>Thank you for your enquiry.
Our team will connect with you shortly.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4343400"/>
            <a:ext cx="1600200" cy="594360"/>
          </a:xfrm>
          <a:prstGeom prst="round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7088" y="454456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View Products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2331720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500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ptos"/>
              </a:rPr>
              <a:t>Greeting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624327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ptos"/>
              </a:rPr>
              <a:t>New enquiry ke baad approved greeting/update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3154679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00984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17296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ptos"/>
              </a:rPr>
              <a:t>Product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447287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ptos"/>
              </a:rPr>
              <a:t>Website / catalogue / product page share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3977639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123944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995927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ptos"/>
              </a:rPr>
              <a:t>Follow-up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27024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ptos"/>
              </a:rPr>
              <a:t>Lead stage ke according update workflow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4800600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946904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81888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ptos"/>
              </a:rPr>
              <a:t>Sales Handoff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509320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ptos"/>
              </a:rPr>
              <a:t>Interested client ko sales team tak 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AAAA"/>
                </a:solidFill>
                <a:latin typeface="Aptos"/>
              </a:rPr>
              <a:t>CONTENT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Ek content — multiple digital touchpoints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Aptos"/>
              </a:rPr>
              <a:t>Website par publish kiya gaya approved content connected social workflows ke through reuse / reflect kiya ja sakta hai.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240280"/>
            <a:ext cx="2743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2514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96969"/>
                </a:solidFill>
                <a:latin typeface="Aptos"/>
              </a:rPr>
              <a:t>KHETAN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999232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80808"/>
                </a:solidFill>
                <a:latin typeface="Aptos"/>
              </a:rPr>
              <a:t>BLOG
PRODUCT UPDATE
NEWS / MEDIA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2103120" cy="777240"/>
          </a:xfrm>
          <a:prstGeom prst="roundRect">
            <a:avLst/>
          </a:prstGeom>
          <a:solidFill>
            <a:srgbClr val="20202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LinkedIn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3017520" y="2761488"/>
            <a:ext cx="1691640" cy="484632"/>
          </a:xfrm>
          <a:prstGeom prst="line">
            <a:avLst/>
          </a:prstGeom>
          <a:ln w="1778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4069080"/>
            <a:ext cx="2103120" cy="777240"/>
          </a:xfrm>
          <a:prstGeom prst="roundRect">
            <a:avLst/>
          </a:prstGeom>
          <a:solidFill>
            <a:srgbClr val="20202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3159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Facebook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017520" y="3657600"/>
            <a:ext cx="1691640" cy="795528"/>
          </a:xfrm>
          <a:prstGeom prst="line">
            <a:avLst/>
          </a:prstGeom>
          <a:ln w="1778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03920" y="2377440"/>
            <a:ext cx="2103120" cy="777240"/>
          </a:xfrm>
          <a:prstGeom prst="roundRect">
            <a:avLst/>
          </a:prstGeom>
          <a:solidFill>
            <a:srgbClr val="20202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6243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Instagram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452360" y="2761488"/>
            <a:ext cx="1051560" cy="484632"/>
          </a:xfrm>
          <a:prstGeom prst="line">
            <a:avLst/>
          </a:prstGeom>
          <a:ln w="1778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03920" y="4069080"/>
            <a:ext cx="2103120" cy="777240"/>
          </a:xfrm>
          <a:prstGeom prst="roundRect">
            <a:avLst/>
          </a:prstGeom>
          <a:solidFill>
            <a:srgbClr val="20202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43159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Email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52360" y="3657600"/>
            <a:ext cx="1051560" cy="795528"/>
          </a:xfrm>
          <a:prstGeom prst="line">
            <a:avLst/>
          </a:prstGeom>
          <a:ln w="1778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Publish once → organize distribution → keep website and supported channels aligned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6969"/>
                </a:solidFill>
                <a:latin typeface="Aptos"/>
              </a:rPr>
              <a:t>BUSINESS EMAIL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80808"/>
                </a:solidFill>
                <a:latin typeface="Aptos"/>
              </a:rPr>
              <a:t>Hostinger business email ke saath outreach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Approved company email account ko structured business communication aur advertising/outreach sequences ke saath integrate kiya ja sakta hai.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5943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5943600" cy="548640"/>
          </a:xfrm>
          <a:prstGeom prst="round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5394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sales@khetan...   |   Business Outreach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6969"/>
                </a:solidFill>
                <a:latin typeface="Aptos"/>
              </a:rPr>
              <a:t>To: Potential B2B Prospect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9300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0808"/>
                </a:solidFill>
                <a:latin typeface="Aptos"/>
              </a:rPr>
              <a:t>Khetan Aluminium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05072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Company introduction • product highlights • website link • enquiry CTA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754880"/>
            <a:ext cx="1645920" cy="457200"/>
          </a:xfrm>
          <a:prstGeom prst="round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89204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Explore Products</a:t>
            </a:r>
          </a:p>
        </p:txBody>
      </p:sp>
      <p:sp>
        <p:nvSpPr>
          <p:cNvPr id="14" name="Oval 13"/>
          <p:cNvSpPr/>
          <p:nvPr/>
        </p:nvSpPr>
        <p:spPr>
          <a:xfrm>
            <a:off x="7452360" y="2331720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478024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79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ptos"/>
              </a:rPr>
              <a:t>Approved Templates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0" y="3081527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27832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18687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ptos"/>
              </a:rPr>
              <a:t>Scheduled Outreach</a:t>
            </a:r>
          </a:p>
        </p:txBody>
      </p:sp>
      <p:sp>
        <p:nvSpPr>
          <p:cNvPr id="20" name="Oval 19"/>
          <p:cNvSpPr/>
          <p:nvPr/>
        </p:nvSpPr>
        <p:spPr>
          <a:xfrm>
            <a:off x="7452360" y="3831335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977639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968496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ptos"/>
              </a:rPr>
              <a:t>Response Tracking</a:t>
            </a:r>
          </a:p>
        </p:txBody>
      </p:sp>
      <p:sp>
        <p:nvSpPr>
          <p:cNvPr id="23" name="Oval 22"/>
          <p:cNvSpPr/>
          <p:nvPr/>
        </p:nvSpPr>
        <p:spPr>
          <a:xfrm>
            <a:off x="7452360" y="4581144"/>
            <a:ext cx="658368" cy="658368"/>
          </a:xfrm>
          <a:prstGeom prst="ellipse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727448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18304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ptos"/>
              </a:rPr>
              <a:t>Lead Follow-up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557784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Bulk/outreach communication must follow consent, anti-spam rules and provider limits.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AAAA"/>
                </a:solidFill>
                <a:latin typeface="Aptos"/>
              </a:rPr>
              <a:t>WEBSITE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Website sirf pages nahi — complete business information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Aptos"/>
              </a:rPr>
              <a:t>Khetan ki digital information ko structured aur easy-to-manage format mein maintain kiya jayega.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3429000" cy="1371600"/>
          </a:xfrm>
          <a:prstGeom prst="roundRect">
            <a:avLst/>
          </a:prstGeom>
          <a:solidFill>
            <a:srgbClr val="202020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41448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0808"/>
                </a:solidFill>
                <a:latin typeface="Aptos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4144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Media &amp; Gallery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5351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3C3C3"/>
                </a:solidFill>
                <a:latin typeface="Aptos"/>
              </a:rPr>
              <a:t>Projects, products, images and company media.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240280"/>
            <a:ext cx="3429000" cy="1371600"/>
          </a:xfrm>
          <a:prstGeom prst="roundRect">
            <a:avLst/>
          </a:prstGeom>
          <a:solidFill>
            <a:srgbClr val="202020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432" y="2441448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587752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0808"/>
                </a:solidFill>
                <a:latin typeface="Aptos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44144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Company Locations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5351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3C3C3"/>
                </a:solidFill>
                <a:latin typeface="Aptos"/>
              </a:rPr>
              <a:t>Google Maps / business locations for customer navigation.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2240280"/>
            <a:ext cx="3429000" cy="1371600"/>
          </a:xfrm>
          <a:prstGeom prst="roundRect">
            <a:avLst/>
          </a:prstGeom>
          <a:solidFill>
            <a:srgbClr val="202020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21624" y="2441448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587752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0808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244144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Content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95351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3C3C3"/>
                </a:solidFill>
                <a:latin typeface="Aptos"/>
              </a:rPr>
              <a:t>Products, text, gallery and website updates.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04488"/>
            <a:ext cx="3429000" cy="1371600"/>
          </a:xfrm>
          <a:prstGeom prst="roundRect">
            <a:avLst/>
          </a:prstGeom>
          <a:solidFill>
            <a:srgbClr val="202020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105656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51960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0808"/>
                </a:solidFill>
                <a:latin typeface="Aptos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0565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Creative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61772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3C3C3"/>
                </a:solidFill>
                <a:latin typeface="Aptos"/>
              </a:rPr>
              <a:t>Banners, promotional graphics and website creatives.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3904488"/>
            <a:ext cx="3429000" cy="1371600"/>
          </a:xfrm>
          <a:prstGeom prst="roundRect">
            <a:avLst/>
          </a:prstGeom>
          <a:solidFill>
            <a:srgbClr val="202020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99432" y="4105656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4251960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0808"/>
                </a:solidFill>
                <a:latin typeface="Aptos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410565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Blog / Updates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61772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3C3C3"/>
                </a:solidFill>
                <a:latin typeface="Aptos"/>
              </a:rPr>
              <a:t>Company news, articles and business updates.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38744" y="3904488"/>
            <a:ext cx="3429000" cy="1371600"/>
          </a:xfrm>
          <a:prstGeom prst="roundRect">
            <a:avLst/>
          </a:prstGeom>
          <a:solidFill>
            <a:srgbClr val="202020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21624" y="4105656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4251960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0808"/>
                </a:solidFill>
                <a:latin typeface="Aptos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410565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Search Visibility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461772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3C3C3"/>
                </a:solidFill>
                <a:latin typeface="Aptos"/>
              </a:rPr>
              <a:t>Technical SEO support for discoverability.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6969"/>
                </a:solidFill>
                <a:latin typeface="Aptos"/>
              </a:rPr>
              <a:t>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80808"/>
                </a:solidFill>
                <a:latin typeface="Aptos"/>
              </a:rPr>
              <a:t>Aap guess nahi — data dekh kar decision le sakte 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Website activity, enquiries aur digital performance ko Google Analytics aur dashboard insights ke saath monitor kiya ja sakta hai.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713232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569110" cy="37947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331720"/>
            <a:ext cx="121249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KHETAN
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08960"/>
            <a:ext cx="128381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547872"/>
            <a:ext cx="128381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Visitors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986784"/>
            <a:ext cx="128381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425696"/>
            <a:ext cx="128381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864608"/>
            <a:ext cx="128381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303520"/>
            <a:ext cx="128381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2D2D2"/>
                </a:solidFill>
                <a:latin typeface="Aptos"/>
              </a:rPr>
              <a:t>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94483" y="2468880"/>
            <a:ext cx="1355140" cy="68580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5923" y="2578608"/>
            <a:ext cx="114117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6969"/>
                </a:solidFill>
                <a:latin typeface="Aptos"/>
              </a:rPr>
              <a:t>Visitors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5923" y="2779776"/>
            <a:ext cx="114117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ptos"/>
              </a:rPr>
              <a:t>1,248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9255" y="2468880"/>
            <a:ext cx="1355140" cy="68580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0695" y="2578608"/>
            <a:ext cx="114117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6969"/>
                </a:solidFill>
                <a:latin typeface="Aptos"/>
              </a:rPr>
              <a:t>Leads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0695" y="2779776"/>
            <a:ext cx="114117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ptos"/>
              </a:rPr>
              <a:t>86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4027" y="2468880"/>
            <a:ext cx="1355140" cy="68580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5467" y="2578608"/>
            <a:ext cx="114117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6969"/>
                </a:solidFill>
                <a:latin typeface="Aptos"/>
              </a:rPr>
              <a:t>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5467" y="2779776"/>
            <a:ext cx="114117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ptos"/>
              </a:rPr>
              <a:t>312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5806" y="3383280"/>
            <a:ext cx="32095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80808"/>
                </a:solidFill>
                <a:latin typeface="Aptos"/>
              </a:rPr>
              <a:t>Lead &amp; Visitor Activity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637129" y="4845405"/>
            <a:ext cx="606247" cy="240945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43376" y="4845405"/>
            <a:ext cx="606248" cy="113386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849624" y="4618634"/>
            <a:ext cx="606247" cy="340157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55871" y="4618634"/>
            <a:ext cx="606247" cy="141732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062118" y="4420209"/>
            <a:ext cx="606247" cy="340157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668365" y="4420209"/>
            <a:ext cx="606247" cy="141732"/>
          </a:xfrm>
          <a:prstGeom prst="line">
            <a:avLst/>
          </a:prstGeom>
          <a:ln w="25400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846673" y="3319272"/>
            <a:ext cx="1640433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3502152"/>
            <a:ext cx="128381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80808"/>
                </a:solidFill>
                <a:latin typeface="Aptos"/>
              </a:rPr>
              <a:t>Recent Leads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867912"/>
            <a:ext cx="121249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80808"/>
                </a:solidFill>
                <a:latin typeface="Aptos"/>
              </a:rPr>
              <a:t>Architect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050791"/>
            <a:ext cx="121249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" b="0">
                <a:solidFill>
                  <a:srgbClr val="696969"/>
                </a:solidFill>
                <a:latin typeface="Aptos"/>
              </a:rPr>
              <a:t>WhatsApp updated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306824"/>
            <a:ext cx="121249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80808"/>
                </a:solidFill>
                <a:latin typeface="Aptos"/>
              </a:rPr>
              <a:t>Dealer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489704"/>
            <a:ext cx="121249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" b="0">
                <a:solidFill>
                  <a:srgbClr val="696969"/>
                </a:solidFill>
                <a:latin typeface="Aptos"/>
              </a:rPr>
              <a:t>WhatsApp updated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745736"/>
            <a:ext cx="121249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80808"/>
                </a:solidFill>
                <a:latin typeface="Aptos"/>
              </a:rPr>
              <a:t>Builder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928616"/>
            <a:ext cx="121249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" b="0">
                <a:solidFill>
                  <a:srgbClr val="696969"/>
                </a:solidFill>
                <a:latin typeface="Aptos"/>
              </a:rPr>
              <a:t>WhatsApp updated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2402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0808"/>
                </a:solidFill>
                <a:latin typeface="Aptos"/>
              </a:rPr>
              <a:t>Traffic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2402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Kitne visitors aaye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8986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0808"/>
                </a:solidFill>
                <a:latin typeface="Aptos"/>
              </a:rPr>
              <a:t>Sources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28986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Google / Social / Direct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55701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0808"/>
                </a:solidFill>
                <a:latin typeface="Aptos"/>
              </a:rPr>
              <a:t>Pages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55701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Kaunse products/pages dekhe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21538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0808"/>
                </a:solidFill>
                <a:latin typeface="Aptos"/>
              </a:rPr>
              <a:t>Enquiries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21538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Kitne leads / forms aaye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87375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0808"/>
                </a:solidFill>
                <a:latin typeface="Aptos"/>
              </a:rPr>
              <a:t>Activity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8737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Campaign/content response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AAAA"/>
                </a:solidFill>
                <a:latin typeface="Aptos"/>
              </a:rPr>
              <a:t>WEBSITE ASSISTANCE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Chatbot + enquiry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81328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Aptos"/>
              </a:rPr>
              <a:t>Website visitor ko basic navigation, product discovery aur enquiry capture mein assist karne ke liye chatbot workflow add kiya ja sakta hai.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45720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80808"/>
                </a:solidFill>
                <a:latin typeface="Aptos"/>
              </a:rPr>
              <a:t>Khetan 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063240"/>
            <a:ext cx="32461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255264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80808"/>
                </a:solidFill>
                <a:latin typeface="Aptos"/>
              </a:rPr>
              <a:t>Hello! How can we help you today?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886200"/>
            <a:ext cx="32461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968496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80808"/>
                </a:solidFill>
                <a:latin typeface="Aptos"/>
              </a:rPr>
              <a:t>View Aluminium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361688"/>
            <a:ext cx="32461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443983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80808"/>
                </a:solidFill>
                <a:latin typeface="Aptos"/>
              </a:rPr>
              <a:t>Find Company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837176"/>
            <a:ext cx="32461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919472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80808"/>
                </a:solidFill>
                <a:latin typeface="Aptos"/>
              </a:rPr>
              <a:t>Request a Callback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0" y="3017520"/>
            <a:ext cx="594360" cy="5943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163824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0808"/>
                </a:solidFill>
                <a:latin typeface="Aptos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3767328"/>
            <a:ext cx="868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3163824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969696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388352" y="3017520"/>
            <a:ext cx="594360" cy="5943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3163824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0808"/>
                </a:solidFill>
                <a:latin typeface="Aptos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3767328"/>
            <a:ext cx="868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3163824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969696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8741663" y="3017520"/>
            <a:ext cx="594360" cy="5943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3163824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0808"/>
                </a:solidFill>
                <a:latin typeface="Aptos"/>
              </a:rP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4503" y="3767328"/>
            <a:ext cx="868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Lead 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5" y="3163824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969696"/>
                </a:solidFill>
                <a:latin typeface="Aptos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10094976" y="3017520"/>
            <a:ext cx="594360" cy="5943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94976" y="3163824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0808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5" y="3767328"/>
            <a:ext cx="868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709160"/>
            <a:ext cx="5166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BEBE"/>
                </a:solidFill>
                <a:latin typeface="Aptos"/>
              </a:rPr>
              <a:t>Chatbot responses and capabilities can be configured according to approved business information and workflow scope.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6969"/>
                </a:solidFill>
                <a:latin typeface="Aptos"/>
              </a:rPr>
              <a:t>THE COMPLETE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80808"/>
                </a:solidFill>
                <a:latin typeface="Aptos"/>
              </a:rPr>
              <a:t>Client ko practically kya milega?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514600"/>
            <a:ext cx="3474720" cy="1371600"/>
          </a:xfrm>
          <a:prstGeom prst="round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2816352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KHETAN
ADMIN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214884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37744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Visitors &amp; Leads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77340" y="2491740"/>
            <a:ext cx="4503420" cy="708660"/>
          </a:xfrm>
          <a:prstGeom prst="line">
            <a:avLst/>
          </a:prstGeom>
          <a:ln w="1397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" y="4343400"/>
            <a:ext cx="214884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52628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QR + Forms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668780" y="3200400"/>
            <a:ext cx="4411980" cy="1440180"/>
          </a:xfrm>
          <a:prstGeom prst="line">
            <a:avLst/>
          </a:prstGeom>
          <a:ln w="1397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0" y="4983480"/>
            <a:ext cx="214884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516636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WhatsApp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817620" y="3200400"/>
            <a:ext cx="2263140" cy="2080260"/>
          </a:xfrm>
          <a:prstGeom prst="line">
            <a:avLst/>
          </a:prstGeom>
          <a:ln w="1397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4983480"/>
            <a:ext cx="214884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516636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Email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6080760" y="3200400"/>
            <a:ext cx="3223260" cy="2080260"/>
          </a:xfrm>
          <a:prstGeom prst="line">
            <a:avLst/>
          </a:prstGeom>
          <a:ln w="1397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72600" y="3794760"/>
            <a:ext cx="214884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397764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Analytics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6080760" y="3200400"/>
            <a:ext cx="4366260" cy="891540"/>
          </a:xfrm>
          <a:prstGeom prst="line">
            <a:avLst/>
          </a:prstGeom>
          <a:ln w="1397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81160" y="1874519"/>
            <a:ext cx="214884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205740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Social Media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080760" y="2171700"/>
            <a:ext cx="4274820" cy="1028700"/>
          </a:xfrm>
          <a:prstGeom prst="line">
            <a:avLst/>
          </a:prstGeom>
          <a:ln w="1397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23760" y="1463040"/>
            <a:ext cx="214884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164592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Blog / Content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080760" y="1760220"/>
            <a:ext cx="2217420" cy="1440180"/>
          </a:xfrm>
          <a:prstGeom prst="line">
            <a:avLst/>
          </a:prstGeom>
          <a:ln w="1397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743200" y="1463040"/>
            <a:ext cx="214884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52928" y="164592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ptos"/>
              </a:rPr>
              <a:t>Media / Maps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17620" y="1760220"/>
            <a:ext cx="2263140" cy="1440180"/>
          </a:xfrm>
          <a:prstGeom prst="line">
            <a:avLst/>
          </a:prstGeom>
          <a:ln w="1397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808"/>
                </a:solidFill>
                <a:latin typeface="Aptos"/>
              </a:rPr>
              <a:t>Secure cloud infrastructure + database + backup + website support underneath the complete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ame 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14400" cy="783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8229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AAAA"/>
                </a:solidFill>
                <a:latin typeface="Aptos"/>
              </a:rPr>
              <a:t>THE IDEA IN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9784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One dashboard to manage
Khetan's digital business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Visitor comes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33192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69696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33375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Data gets 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33192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69696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337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Automation follows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33192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69696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337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Sales team closes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Website + WhatsApp + Email + Social + Blog + Analytics + QR + Chatbot — connected through one managed digital ecosystem.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0A0"/>
                </a:solidFill>
                <a:latin typeface="Aptos"/>
              </a:rPr>
              <a:t>EFFRED × KHETAN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9696"/>
                </a:solidFill>
                <a:latin typeface="Aptos"/>
              </a:rPr>
              <a:t>EFFRED × KHETAN GROUP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